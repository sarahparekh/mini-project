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presentation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828800"/>
            <a:ext cx="1219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of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Programming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566160"/>
            <a:ext cx="1219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Embedded Systems &amp; Beyond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4572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Prisha Chaudhari  •  Ramai Chogale  •  Suvidya Deshmukh  •  Sannidhi Shenvi  •  Sarah Parekh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Created by </a:t>
            </a:r>
            <a:pPr indent="0" marL="0">
              <a:buNone/>
            </a:pPr>
            <a:r>
              <a:rPr lang="en-US" sz="13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Dennis Ritchie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</a:t>
            </a:r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1972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Bell Laboratories of AT&amp;T Labs.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Originally designed to write the UNIX operating system.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514600"/>
            <a:ext cx="182880" cy="182880"/>
          </a:xfrm>
          <a:prstGeom prst="ellipse">
            <a:avLst/>
          </a:prstGeom>
          <a:solidFill>
            <a:srgbClr val="1A7A5C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2468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language created at Bell Labs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154680"/>
            <a:ext cx="182880" cy="182880"/>
          </a:xfrm>
          <a:prstGeom prst="ellipse">
            <a:avLst/>
          </a:prstGeom>
          <a:solidFill>
            <a:srgbClr val="1A7A5C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31089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1978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3108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K&amp;R C published, standardized usage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182880" cy="182880"/>
          </a:xfrm>
          <a:prstGeom prst="ellipse">
            <a:avLst/>
          </a:prstGeom>
          <a:solidFill>
            <a:srgbClr val="1A7A5C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1989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20240" y="37490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ANSI C (C89) standard released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434840"/>
            <a:ext cx="182880" cy="182880"/>
          </a:xfrm>
          <a:prstGeom prst="ellipse">
            <a:avLst/>
          </a:prstGeom>
          <a:solidFill>
            <a:srgbClr val="1A7A5C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389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billions of embedded devices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046720" y="2286000"/>
            <a:ext cx="1645920" cy="1645920"/>
          </a:xfrm>
          <a:prstGeom prst="ellipse">
            <a:avLst/>
          </a:prstGeom>
          <a:solidFill>
            <a:srgbClr val="E6F4EF"/>
          </a:solidFill>
          <a:ln w="25400">
            <a:solidFill>
              <a:srgbClr val="1A7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2743200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Language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868680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🎮 Video Games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802395" y="1626098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🗄️ Databases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0190843" y="3328001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🖥️ GUI Apps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02435" y="4692821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Embedded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356765" y="4692821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🔧 Compilers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68357" y="3328001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656805" y="1626098"/>
            <a:ext cx="1280160" cy="45720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 Banking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Use C in Real Life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2103120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Lightning Fast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 executes C directly without extra processing layers — the fastest high-level language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126480" y="1371600"/>
            <a:ext cx="5303520" cy="2103120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6459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400800" y="21945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Bridge Language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25603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Middle-level language bridging the gap between low-level hardware and high-level abstractions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840480"/>
            <a:ext cx="5303520" cy="2103120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4114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Understanding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Writing code from scratch clears fundamental programming concepts and memory management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3840480"/>
            <a:ext cx="5303520" cy="2103120"/>
          </a:xfrm>
          <a:prstGeom prst="roundRect">
            <a:avLst>
              <a:gd name="adj" fmla="val 652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411480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4008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Embedded Powerhouse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0080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dominant language for embedded systems — from microcontrollers to IoT devices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in ATM Systems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C controls every step of an ATM transaction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64592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E6F4EF"/>
          </a:solidFill>
          <a:ln w="19050">
            <a:solidFill>
              <a:srgbClr val="1A7A5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  Card Inserted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28600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A5C"/>
                </a:solidFill>
              </a:rPr>
              <a:t>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56032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Read Magnetic Chip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286000" y="31089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A5C"/>
                </a:solidFill>
              </a:rPr>
              <a:t>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47472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🔢  PIN Entry &amp; Validation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286000" y="40233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A5C"/>
                </a:solidFill>
              </a:rPr>
              <a:t>▼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38912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F1F5F9"/>
          </a:solidFill>
          <a:ln w="1905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Communicate with Bank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286000" y="49377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A5C"/>
                </a:solidFill>
              </a:rPr>
              <a:t>▼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5303520"/>
            <a:ext cx="3657600" cy="548640"/>
          </a:xfrm>
          <a:prstGeom prst="roundRect">
            <a:avLst>
              <a:gd name="adj" fmla="val 16667"/>
            </a:avLst>
          </a:prstGeom>
          <a:solidFill>
            <a:srgbClr val="E6F4EF"/>
          </a:solidFill>
          <a:ln w="19050">
            <a:solidFill>
              <a:srgbClr val="1A7A5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  Dispense Cash</a:t>
            </a:r>
            <a:endParaRPr lang="en-US" sz="1300" dirty="0"/>
          </a:p>
        </p:txBody>
      </p:sp>
      <p:pic>
        <p:nvPicPr>
          <p:cNvPr id="13" name="Image 0" descr="/src/assets/atm-syste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914400"/>
            <a:ext cx="5029200" cy="5303520"/>
          </a:xfrm>
          <a:prstGeom prst="ellipse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 — Security &amp;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as the "control language" inside every ATM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🔐  Encryption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Protects PINs and account details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Real-Time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1089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response, no crashes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749040"/>
            <a:ext cx="502920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7490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  Memory Safe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42062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Reduces hacking risks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5029200"/>
            <a:ext cx="5029200" cy="640080"/>
          </a:xfrm>
          <a:prstGeom prst="roundRect">
            <a:avLst>
              <a:gd name="adj" fmla="val 14286"/>
            </a:avLst>
          </a:prstGeom>
          <a:solidFill>
            <a:srgbClr val="F1F5F9"/>
          </a:solidFill>
          <a:ln w="19050">
            <a:solidFill>
              <a:srgbClr val="1A7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029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"Without C, the ATM would just be a box of hardware with no instructions."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21792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 Key C Functions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146304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atm_control.c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192024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ATM PIN Validation &amp; Encryption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&lt;string.h&gt;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validatePIN(char *input, char *stored)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strcmp(input, stored) ==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encryptData(char *data, int key)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(int i = 0; data[i]; i++)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data[i] ^= key;  // XOR encryption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dispenseCash(int amount)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notes = amount / 500;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printf("Dispensing %d notes\n", notes);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0" y="3657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in Traffic Lights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1371600" cy="3657600"/>
          </a:xfrm>
          <a:prstGeom prst="roundRect">
            <a:avLst>
              <a:gd name="adj" fmla="val 10000"/>
            </a:avLst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45920" y="1645920"/>
            <a:ext cx="822960" cy="822960"/>
          </a:xfrm>
          <a:prstGeom prst="ellipse">
            <a:avLst/>
          </a:prstGeom>
          <a:solidFill>
            <a:srgbClr val="CC3333"/>
          </a:solidFill>
          <a:ln/>
        </p:spPr>
      </p:sp>
      <p:sp>
        <p:nvSpPr>
          <p:cNvPr id="5" name="Shape 3"/>
          <p:cNvSpPr/>
          <p:nvPr/>
        </p:nvSpPr>
        <p:spPr>
          <a:xfrm>
            <a:off x="1645920" y="2651760"/>
            <a:ext cx="822960" cy="822960"/>
          </a:xfrm>
          <a:prstGeom prst="ellipse">
            <a:avLst/>
          </a:prstGeom>
          <a:solidFill>
            <a:srgbClr val="CCAA22"/>
          </a:solidFill>
          <a:ln/>
        </p:spPr>
      </p:sp>
      <p:sp>
        <p:nvSpPr>
          <p:cNvPr id="6" name="Shape 4"/>
          <p:cNvSpPr/>
          <p:nvPr/>
        </p:nvSpPr>
        <p:spPr>
          <a:xfrm>
            <a:off x="1645920" y="3657600"/>
            <a:ext cx="822960" cy="822960"/>
          </a:xfrm>
          <a:prstGeom prst="ellipse">
            <a:avLst/>
          </a:prstGeom>
          <a:solidFill>
            <a:srgbClr val="22AA66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0" y="137160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🏎️  Very fast execution for real-time signal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0" y="237744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Direct interaction with LEDs, timers, and circuits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338328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💾  Minimal memory usage for microcontrollers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0" y="4389120"/>
            <a:ext cx="731520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 Runs continuously without failure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Lights — Smart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🚗 Vehicle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Detected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28600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A5C"/>
                </a:solidFill>
              </a:rPr>
              <a:t>→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34640" y="1280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Sensor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66344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A5C"/>
                </a:solidFill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0" y="1280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E6F4EF"/>
          </a:solidFill>
          <a:ln w="12700">
            <a:solidFill>
              <a:srgbClr val="1A7A5C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🧮 C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04088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A5C"/>
                </a:solidFill>
              </a:rPr>
              <a:t>→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589520" y="1280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18320" y="13716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A7A5C"/>
                </a:solidFill>
              </a:rPr>
              <a:t>→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966960" y="128016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Signal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37744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 Precise Timing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exact timing for switching signals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237744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2514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 Sensor Integration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28803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Adjusts traffic flow with sensors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84048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Optimized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Optimizes performance and power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49040" y="3840480"/>
            <a:ext cx="292608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31920" y="39776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 Emergency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0" y="4343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response to emergencies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132320" y="22860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 Key C Functions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132320" y="2651760"/>
            <a:ext cx="4572000" cy="3474720"/>
          </a:xfrm>
          <a:prstGeom prst="roundRect">
            <a:avLst>
              <a:gd name="adj" fmla="val 394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0" y="2743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traffic_control.c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0" y="3017520"/>
            <a:ext cx="42062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Traffic Light Timer Control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&lt;unistd.h&gt;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RED   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YELLOW 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GREEN  2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setSignal(int color, int dur)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printf("Signal: %d for %ds\n",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color, dur);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sleep(dur);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handleInterrupt(int sensorId)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(sensorId == 1) // Pedestrian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setSignal(RED, 30);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in Lift Control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embedded system managing movement, safety &amp; interaction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45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Motor Control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20116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Store requested floors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05840" y="2331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Decide direction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26517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Control speed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9718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Move lift up/down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566160"/>
            <a:ext cx="5029200" cy="182880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57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🛡️ Safety Management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023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Open door at correct floor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343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Prevent movement if open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4663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Emergency stop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05840" y="49834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 Power failure handling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217920" y="10058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7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💻 Key C Functions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17920" y="146304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8368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lift_control.c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0" y="1920240"/>
            <a:ext cx="49377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Lift Control System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&lt;stdbool.h&gt;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currentFloor = 0;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bool doorOpen = false;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moveToFloor(int target)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while (currentFloor != target)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currentFloor += (target &gt; currentFloor)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? 1 : -1;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printf("Floor: %d\n", currentFloor);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openDoor()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doorOpen = true;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printf("Door opened at %d\n",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currentFloor);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emergencyStop()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printf("EMERGENCY STOP!\n");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openDoor();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in Washing Machines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🌡️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Sensors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level, temperature, door lock detection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0" y="137160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48056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Pumps &amp; Valves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Manages water intake and drainage operations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137160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15544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📟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0" y="21945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Interface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0" y="265176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Controls display and button interactions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3192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14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Detection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1520" y="5212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handling for abnormal conditions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0" y="393192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97680" y="4114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🔧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48056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Hardware Control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480560" y="5212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low-level access to all components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046720" y="3931920"/>
            <a:ext cx="3474720" cy="2194560"/>
          </a:xfrm>
          <a:prstGeom prst="roundRect">
            <a:avLst>
              <a:gd name="adj" fmla="val 6250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148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💾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229600" y="47548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Optimized Code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29600" y="521208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memory and CPU footprint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Sample Code — Part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972800" cy="50292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washing_machine.c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&lt;stdbool.h&gt;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int ch;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printf("***** Welcome to ABS Washers *****\n");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printf("Menu:\n 1) Wash\n 2) Soak\n 3) Dry\n");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printf("Choose operation: 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scanf("%d", &amp;ch);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switch(ch)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1: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num = 0;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bool flag = false;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char c;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printf("Enter number of items: 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scanf("%d", &amp;num);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printf("Pour detergent. Done? [y/n]\n");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scanf(" %c", &amp;c);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flag = (c == 'y');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(flag)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int time;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printf("Enter minutes for wash: 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scanf("%d", &amp;time);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printf("Washing %d items for %d min.\n", num, time);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💻 Sample Code — Part 2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0972800" cy="5029200"/>
          </a:xfrm>
          <a:prstGeom prst="roundRect">
            <a:avLst>
              <a:gd name="adj" fmla="val 272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2801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washing_machine.c (continued)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2: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num2, 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char c2;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printf("Enter number of items: 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scanf("%d", &amp;num2);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printf("Minutes for soak? 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scanf("%d", &amp;t);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printf("Additional spinning? [y/n]\n");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scanf(" %c", &amp;c2);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if (c2 == 'y')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printf("Soaking + spinning %d items, %d min.\n", num2, 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else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printf("Soaking %d items for %d min.\n", num2, t);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case 3: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int num3;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printf("Enter number of items: \n");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scanf("%d", &amp;num3);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printf("Drying %d items...\n", num3);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break;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default: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printf("Invalid choice.");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1A7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926080"/>
            <a:ext cx="1219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 of C Programming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0" y="41148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🏧 ATMs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0" y="41148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🚦 Traffic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0" y="41148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🛗 Elevators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0" y="4114800"/>
            <a:ext cx="146304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🫧 Washers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0" y="5669280"/>
            <a:ext cx="1219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end of presentation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C Programming</dc:title>
  <dc:subject>PptxGenJS Presentation</dc:subject>
  <dc:creator>C Programming Presentation</dc:creator>
  <cp:lastModifiedBy>C Programming Presentation</cp:lastModifiedBy>
  <cp:revision>1</cp:revision>
  <dcterms:created xsi:type="dcterms:W3CDTF">2026-02-17T17:28:53Z</dcterms:created>
  <dcterms:modified xsi:type="dcterms:W3CDTF">2026-02-17T17:28:53Z</dcterms:modified>
</cp:coreProperties>
</file>